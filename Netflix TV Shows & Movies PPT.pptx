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4" r:id="rId5"/>
    <p:sldId id="302" r:id="rId6"/>
    <p:sldId id="315" r:id="rId7"/>
    <p:sldId id="325" r:id="rId8"/>
    <p:sldId id="327" r:id="rId9"/>
    <p:sldId id="294" r:id="rId10"/>
    <p:sldId id="328" r:id="rId11"/>
    <p:sldId id="329" r:id="rId12"/>
    <p:sldId id="330" r:id="rId13"/>
    <p:sldId id="331" r:id="rId14"/>
    <p:sldId id="332" r:id="rId15"/>
    <p:sldId id="33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10/24/2025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1" y="903484"/>
            <a:ext cx="5890049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By:- Furqan Wahid Moon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Netflix TV Shows &amp; Movies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October 24,2025</a:t>
            </a:r>
          </a:p>
          <a:p>
            <a:r>
              <a:rPr lang="en-US" dirty="0"/>
              <a:t>Elevated Labs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latin typeface="Calibri Light" panose="020F0302020204030204" pitchFamily="34" charset="0"/>
              </a:rPr>
              <a:t>Analysis from the Dataset</a:t>
            </a:r>
          </a:p>
          <a:p>
            <a:r>
              <a:rPr lang="en-US" dirty="0"/>
              <a:t>Conclusion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277" y="1636210"/>
            <a:ext cx="6858000" cy="5221790"/>
          </a:xfrm>
        </p:spPr>
        <p:txBody>
          <a:bodyPr/>
          <a:lstStyle/>
          <a:p>
            <a:r>
              <a:rPr lang="en-US" sz="1700" dirty="0"/>
              <a:t>Netflix is one of the world’s leading streaming entertainment platforms, offering a vast library of movies, TV shows, documentaries, and original productions available on-demand.</a:t>
            </a:r>
          </a:p>
          <a:p>
            <a:r>
              <a:rPr lang="en-US" sz="1700" dirty="0"/>
              <a:t>Founded in 1997 by Reed Hastings and Marc Randolph in California, Netflix began as a DVD rental-by-mail service. Over the years, it transformed into a global streaming giant, launching its online streaming service in 2007.</a:t>
            </a:r>
          </a:p>
          <a:p>
            <a:r>
              <a:rPr lang="en-US" sz="1700" dirty="0"/>
              <a:t>Today, Netflix operates in 190+ countries and serves over 260 million subscribers worldwide (as of 2025). The platform’s success is built on its:</a:t>
            </a:r>
          </a:p>
          <a:p>
            <a:r>
              <a:rPr lang="en-US" sz="1700" dirty="0"/>
              <a:t>Extensive content library across multiple genres and languages</a:t>
            </a:r>
          </a:p>
          <a:p>
            <a:r>
              <a:rPr lang="en-US" sz="1700" dirty="0"/>
              <a:t>High-quality Netflix Originals, such as Stranger Things, Money Heist, and The Crown</a:t>
            </a:r>
          </a:p>
          <a:p>
            <a:r>
              <a:rPr lang="en-US" sz="1700" dirty="0"/>
              <a:t>Personalized recommendations powered by advanced AI and data analytics</a:t>
            </a:r>
          </a:p>
          <a:p>
            <a:r>
              <a:rPr lang="en-US" sz="1700" dirty="0"/>
              <a:t>Netflix has revolutionized the way audiences consume entertainment, shifting from traditional TV and cinema to on-demand digital viewing. Its focus on innovation, global storytelling, and user experience continues to make it a leader in the streaming industry.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>
          <a:xfrm>
            <a:off x="7090226" y="786181"/>
            <a:ext cx="5025856" cy="5527070"/>
          </a:xfr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Escalators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0966-9752-4035-9DD5-FFBC93FC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800" kern="1200" dirty="0">
                <a:effectLst/>
                <a:latin typeface="Calibri Light" panose="020F0302020204030204" pitchFamily="34" charset="0"/>
                <a:ea typeface="+mn-ea"/>
                <a:cs typeface="+mn-cs"/>
              </a:rPr>
              <a:t>Analysis from the Dataset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DC29-DFE2-4F0C-9C81-DDBC9CD8D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Let’s dive in</a:t>
            </a:r>
          </a:p>
        </p:txBody>
      </p:sp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4FE190B-6C4D-FD8F-5048-52C30C4D18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97" r="29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2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7260C-DBF7-B0D7-CD1A-09B0606EB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180"/>
            <a:ext cx="5933872" cy="4318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065A69-5B19-1562-F323-E013E317D75F}"/>
              </a:ext>
            </a:extLst>
          </p:cNvPr>
          <p:cNvSpPr txBox="1"/>
          <p:nvPr/>
        </p:nvSpPr>
        <p:spPr>
          <a:xfrm>
            <a:off x="5933872" y="1951672"/>
            <a:ext cx="6258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Movies: 6.13K titles (≈70%)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TV Shows: 2.67K titles (≈30%)</a:t>
            </a:r>
            <a:br>
              <a:rPr lang="en-US" dirty="0"/>
            </a:br>
            <a:r>
              <a:rPr lang="en-US" dirty="0"/>
              <a:t>Netflix’s catalog is dominated by movies, which make up two-thirds of the total content.</a:t>
            </a: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66727D-52FF-2AD6-99EC-02056677E56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9024" y="1889484"/>
            <a:ext cx="6194556" cy="407357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92EF1B-F443-DDA3-CEF4-F283261A0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2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24677-6813-B62D-9EB4-86B920587075}"/>
              </a:ext>
            </a:extLst>
          </p:cNvPr>
          <p:cNvSpPr txBox="1"/>
          <p:nvPr/>
        </p:nvSpPr>
        <p:spPr>
          <a:xfrm>
            <a:off x="6498077" y="1889484"/>
            <a:ext cx="56049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Country-Wise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largest contributor country has 2.81K titles (≈32%).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next two countries have 0.97K (≈11%) and 0.83K (≈9%), respectively.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other countries contribute smaller portions (under 5%).</a:t>
            </a:r>
            <a:br>
              <a:rPr lang="en-US" dirty="0"/>
            </a:br>
            <a:r>
              <a:rPr lang="en-US" dirty="0"/>
              <a:t>A few countries dominate Netflix’s content, likely including the U.S., India, and the U.K., while other nations contribute minimally.</a:t>
            </a:r>
          </a:p>
        </p:txBody>
      </p:sp>
    </p:spTree>
    <p:extLst>
      <p:ext uri="{BB962C8B-B14F-4D97-AF65-F5344CB8AC3E}">
        <p14:creationId xmlns:p14="http://schemas.microsoft.com/office/powerpoint/2010/main" val="115880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FDADE-4768-B022-D347-EB676419D11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26199" y="1859300"/>
            <a:ext cx="5856312" cy="43637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949C17-8EFB-BA46-FF3D-B7363242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3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D2A45-B7CF-7A8F-E5D4-9A126D495F75}"/>
              </a:ext>
            </a:extLst>
          </p:cNvPr>
          <p:cNvSpPr txBox="1"/>
          <p:nvPr/>
        </p:nvSpPr>
        <p:spPr>
          <a:xfrm>
            <a:off x="6209491" y="1859300"/>
            <a:ext cx="59825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Release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chart shows releases from 1925 to 2021.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very little content before 2000, followed by a sharp increase after 2010, peaking around 2020.</a:t>
            </a:r>
          </a:p>
          <a:p>
            <a:r>
              <a:rPr lang="en-US" dirty="0"/>
              <a:t>Netflix’s content library has grown exponentially in recent years, especially with the rise of Netflix Originals and global expansion.</a:t>
            </a:r>
          </a:p>
        </p:txBody>
      </p:sp>
    </p:spTree>
    <p:extLst>
      <p:ext uri="{BB962C8B-B14F-4D97-AF65-F5344CB8AC3E}">
        <p14:creationId xmlns:p14="http://schemas.microsoft.com/office/powerpoint/2010/main" val="203772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FB4D8-E2A0-0377-5FD3-F08652936E2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00928" y="2136218"/>
            <a:ext cx="5353566" cy="357391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E738C23-C53E-EDCF-6B2B-D1F01432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4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E565C-6269-AA6F-3601-2CEF37CAFC1D}"/>
              </a:ext>
            </a:extLst>
          </p:cNvPr>
          <p:cNvSpPr txBox="1"/>
          <p:nvPr/>
        </p:nvSpPr>
        <p:spPr>
          <a:xfrm>
            <a:off x="5739319" y="2515596"/>
            <a:ext cx="63490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Ratings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ratings: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TV-MA (Mature Audience) → 3.2K titles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TV-14 → 2.2K titles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TV-PG / R / PG-13 follow next with fewer titles.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few titles are G-rated (kids) or unrated (NR/UR).</a:t>
            </a:r>
            <a:br>
              <a:rPr lang="en-US" dirty="0"/>
            </a:br>
            <a:r>
              <a:rPr lang="en-US" dirty="0"/>
              <a:t>Most of the Netflix’s content is aimed at mature audiences, with limited family or kids’ programming.</a:t>
            </a:r>
          </a:p>
        </p:txBody>
      </p:sp>
    </p:spTree>
    <p:extLst>
      <p:ext uri="{BB962C8B-B14F-4D97-AF65-F5344CB8AC3E}">
        <p14:creationId xmlns:p14="http://schemas.microsoft.com/office/powerpoint/2010/main" val="150383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5DE39A-1BBA-2412-3FFA-866E85B1E0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67728" y="2039392"/>
            <a:ext cx="5204298" cy="4114800"/>
          </a:xfrm>
        </p:spPr>
        <p:txBody>
          <a:bodyPr/>
          <a:lstStyle/>
          <a:p>
            <a:r>
              <a:rPr lang="en-US" b="1" dirty="0"/>
              <a:t>Duration / Seasons Distribution </a:t>
            </a:r>
          </a:p>
          <a:p>
            <a:r>
              <a:rPr lang="en-US" dirty="0"/>
              <a:t>For TV shows, most have 1 season, followed by a sharp drop for 2–3 seasons.</a:t>
            </a:r>
          </a:p>
          <a:p>
            <a:r>
              <a:rPr lang="en-US" dirty="0"/>
              <a:t>For movies, most have a runtime between 90–100 minutes.</a:t>
            </a:r>
          </a:p>
          <a:p>
            <a:r>
              <a:rPr lang="en-US" dirty="0"/>
              <a:t>Netflix prefers short to medium-length movies (around 1.5 hours).</a:t>
            </a:r>
          </a:p>
          <a:p>
            <a:r>
              <a:rPr lang="en-US" dirty="0"/>
              <a:t>Single-season TV shows dominate, possibly due to limited series or new originals.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875DAD-3888-7369-EBE5-52647A37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5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BCD14-3CA7-5028-D733-709DAD0C7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96" y="2123445"/>
            <a:ext cx="6370568" cy="378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0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01D64-8538-A1F1-6253-5C223FAD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0ACF4-A67B-5CF3-3878-03387899B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8" y="2575220"/>
            <a:ext cx="5741067" cy="170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B3CA83-5D43-7AB8-A2A3-EAD3BD401B24}"/>
              </a:ext>
            </a:extLst>
          </p:cNvPr>
          <p:cNvSpPr txBox="1"/>
          <p:nvPr/>
        </p:nvSpPr>
        <p:spPr>
          <a:xfrm>
            <a:off x="6391072" y="2528454"/>
            <a:ext cx="55058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Total of 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Titles (Movies + TV Shows): 8,796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represents the entire Netflix content dataset analyzed.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same number (8,796) appears under both “Total Show” and “Total Type,” meaning every record in the dataset is counted once — whether a movie or a TV show.</a:t>
            </a:r>
          </a:p>
        </p:txBody>
      </p:sp>
    </p:spTree>
    <p:extLst>
      <p:ext uri="{BB962C8B-B14F-4D97-AF65-F5344CB8AC3E}">
        <p14:creationId xmlns:p14="http://schemas.microsoft.com/office/powerpoint/2010/main" val="2984873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404CDE-C5A4-7A86-43F1-E551443221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Netflix’s catalog is movie-heavy (70%) but with a strong TV presence (30%).</a:t>
            </a:r>
          </a:p>
          <a:p>
            <a:r>
              <a:rPr lang="en-US" dirty="0"/>
              <a:t>The U.S. and a few key markets produce most of the content.</a:t>
            </a:r>
          </a:p>
          <a:p>
            <a:r>
              <a:rPr lang="en-US" dirty="0"/>
              <a:t>Mature-rated shows (TV-MA, TV-14) dominate the platform.</a:t>
            </a:r>
          </a:p>
          <a:p>
            <a:r>
              <a:rPr lang="en-US" dirty="0"/>
              <a:t>The content library has surged post-2010, aligning with Netflix’s global growth.</a:t>
            </a:r>
          </a:p>
          <a:p>
            <a:r>
              <a:rPr lang="en-US" dirty="0"/>
              <a:t>Short-format and single-season series are the most common structures.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2EF582-7BBA-A044-04D0-7D586EDF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22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31</TotalTime>
  <Words>618</Words>
  <Application>Microsoft Office PowerPoint</Application>
  <PresentationFormat>Widescreen</PresentationFormat>
  <Paragraphs>58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By:- Furqan Wahid Moon</vt:lpstr>
      <vt:lpstr>Agenda</vt:lpstr>
      <vt:lpstr>Introduction</vt:lpstr>
      <vt:lpstr>Analysis from the Dataset</vt:lpstr>
      <vt:lpstr>PowerPoint Presentation</vt:lpstr>
      <vt:lpstr>KPI 1</vt:lpstr>
      <vt:lpstr>KPI 2</vt:lpstr>
      <vt:lpstr>KPI 3</vt:lpstr>
      <vt:lpstr>KPI 4</vt:lpstr>
      <vt:lpstr>KPI 5</vt:lpstr>
      <vt:lpstr>KPI 6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FURQAN WAHID MOON</dc:creator>
  <cp:lastModifiedBy>FURQAN WAHID MOON</cp:lastModifiedBy>
  <cp:revision>2</cp:revision>
  <dcterms:created xsi:type="dcterms:W3CDTF">2025-10-24T15:12:27Z</dcterms:created>
  <dcterms:modified xsi:type="dcterms:W3CDTF">2025-10-24T15:43:37Z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